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Malgun Gothic"/>
              </a:rPr>
              <a:t>?? ??? ??? ???? ?? 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Malgun Gothic"/>
              </a:rPr>
              <a:t>?????? ?? ????? ? ???? ???? ?? 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2996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96E"/>
                </a:solidFill>
                <a:latin typeface="Malgun Gothic"/>
              </a:rPr>
              <a:t>?? ???? ?? 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514600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??? ?? ?? ??? 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862072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???????? ??? ?? ?? ???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09544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 ?? ???? ??? ?? ?? ????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557015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 ???? ?? ??? ???? ??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2996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????? ?? 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14600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??? ?? ??? ? ???? 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862072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GPTs ?? ??? JSON?? ??? ???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209544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DM ???? ???? ?? 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557015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???? ??? ??? ??? ??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6245352"/>
            <a:ext cx="1828800" cy="384048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Metarich Signal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Malgun Gothic"/>
              </a:rPr>
              <a:t>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Malgun Gothic"/>
              </a:rPr>
              <a:t>????? ????, ?? ???? ?? ????? ?????.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756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1. ?? 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560320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07791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GPTs JSON 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20756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2. ??? 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2560320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DM ? ?? 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907791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PNG ??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3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3" y="20756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3. ?? ??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2560320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2907791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0756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4. ?? 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7" y="2560320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2907791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PDF ???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8" y="20756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5. ?? 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560320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907791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DM ?? ??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6245352"/>
            <a:ext cx="1828800" cy="384048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Metarich Signal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Malgun Gothic"/>
              </a:rPr>
              <a:t>??? ???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Malgun Gothic"/>
              </a:rPr>
              <a:t>?? ?? ??? ????, ?? ? ???? ??? ?????.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??? 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30632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GPTs ???? JSON 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87752"/>
            <a:ext cx="30632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PDF??????? ?? 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35224"/>
            <a:ext cx="30632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 ?? ?? 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556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96E"/>
                </a:solidFill>
                <a:latin typeface="Malgun Gothic"/>
              </a:rPr>
              <a:t>DM ? ?? 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240280"/>
            <a:ext cx="30632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4:5 / ??DM 9:16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87752"/>
            <a:ext cx="30632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?????? ?? 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935224"/>
            <a:ext cx="30632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PNG? ??? ?? ??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556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Malgun Gothic"/>
              </a:rPr>
              <a:t>PDF 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240280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587752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935224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??? ????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6245352"/>
            <a:ext cx="1828800" cy="384048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Metarich Signal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Malgun Gothic"/>
              </a:rPr>
              <a:t>?? ?? ???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Malgun Gothic"/>
              </a:rPr>
              <a:t>?? ??? ????, ????, ???? ?????.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747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099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?? ? 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 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89503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36975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 ??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099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96E"/>
                </a:solidFill>
                <a:latin typeface="Malgun Gothic"/>
              </a:rPr>
              <a:t>?? ? 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94560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 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42032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889503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236975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????? ?? ??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4747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099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Malgun Gothic"/>
              </a:rPr>
              <a:t>?? ? 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194560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42032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??? 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889503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236975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DM ??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6245352"/>
            <a:ext cx="1828800" cy="384048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Metarich Signal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Malgun Gothic"/>
              </a:rPr>
              <a:t>??? ?????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Malgun Gothic"/>
              </a:rPr>
              <a:t>? ??? ?? ???? ?? ??? ? ????.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5727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1115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94560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DM ? ?? 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42032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508760"/>
            <a:ext cx="15727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709928"/>
            <a:ext cx="1115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????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194560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 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542032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 ??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508760"/>
            <a:ext cx="15727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709928"/>
            <a:ext cx="1115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????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2194560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 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2" y="2542032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1508760"/>
            <a:ext cx="15727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9928"/>
            <a:ext cx="1115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96E"/>
                </a:solidFill>
                <a:latin typeface="Malgun Gothic"/>
              </a:rPr>
              <a:t>????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2194560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2" y="2542032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508760"/>
            <a:ext cx="15727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709928"/>
            <a:ext cx="1115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96E"/>
                </a:solidFill>
                <a:latin typeface="Malgun Gothic"/>
              </a:rPr>
              <a:t>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2194560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PDF ???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2542032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508760"/>
            <a:ext cx="15727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709928"/>
            <a:ext cx="1115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Malgun Gothic"/>
              </a:rPr>
              <a:t>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194560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2542032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1508760"/>
            <a:ext cx="157276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1709928"/>
            <a:ext cx="1115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Malgun Gothic"/>
              </a:rP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4472" y="2194560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DM ???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4472" y="2542032"/>
            <a:ext cx="1069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6245352"/>
            <a:ext cx="1828800" cy="384048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Metarich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Malgun Gothic"/>
              </a:rPr>
              <a:t>? ????? 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Malgun Gothic"/>
              </a:rPr>
              <a:t>???? ?? ??? ???, ??? ???? ??? ? ??? ???.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4708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?? 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331720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??? 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79191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??? ??? ??? 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26663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???? ?? ??? ??? 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4708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96E"/>
                </a:solidFill>
                <a:latin typeface="Malgun Gothic"/>
              </a:rPr>
              <a:t>?? ?? 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31720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 ??? ??? 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79191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??? ?? ?? 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026663"/>
            <a:ext cx="4709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??? ??? ?? ?? ??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6245352"/>
            <a:ext cx="1828800" cy="384048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Metarich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Malgun Gothic"/>
              </a:rPr>
              <a:t>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Malgun Gothic"/>
              </a:rPr>
              <a:t>???? ?? ??? ???? ???? ????? ??? ????.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556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1??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24028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87752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 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935224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 ?? 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556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A96E"/>
                </a:solidFill>
                <a:latin typeface="Malgun Gothic"/>
              </a:rPr>
              <a:t>2??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24028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DM ? ?? 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87752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935224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GPTs JSON ??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556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744"/>
                </a:solidFill>
                <a:latin typeface="Malgun Gothic"/>
              </a:rPr>
              <a:t>3?? 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240280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587752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PDF ???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935224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475569"/>
                </a:solidFill>
                <a:latin typeface="Malgun Gothic"/>
              </a:rPr>
              <a:t>? ??? ???? ??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6245352"/>
            <a:ext cx="1828800" cy="384048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Metarich Signal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